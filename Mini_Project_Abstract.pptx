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DayTone: AI-Powered Mental Wellness Tracker</a:t>
            </a:r>
          </a:p>
          <a:p>
            <a:pPr/>
            <a:r>
              <a:t>Abstract / Mini Project Presentation</a:t>
            </a:r>
          </a:p>
          <a:p>
            <a:pPr/>
            <a:r>
              <a:t>Name / Roll No / Department (add your details)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Mental health check-ins are often inconsistent and hard to track over time.</a:t>
            </a:r>
          </a:p>
          <a:p>
            <a:pPr/>
            <a:r>
              <a:t>Users need a simple way to log daily mood and understand patterns.</a:t>
            </a:r>
          </a:p>
          <a:p>
            <a:pPr/>
            <a:r>
              <a:t>Opportunity: use AI to analyze notes and predict burnout risk early.</a:t>
            </a:r>
          </a:p>
          <a:p>
            <a:pPr/>
            <a:r>
              <a:t>Goal: a platform that turns daily input into insights + actionable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Project (What we built)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application for daily mood logging and wellness dashboard.</a:t>
            </a:r>
          </a:p>
          <a:p>
            <a:pPr/>
            <a:r>
              <a:t>Features: mood history, streaks, heatmap visualization, and PDF/CSV reports.</a:t>
            </a:r>
          </a:p>
          <a:p>
            <a:pPr/>
            <a:r>
              <a:t>Personalized recommendations based on risk level and user behavior.</a:t>
            </a:r>
          </a:p>
          <a:p>
            <a:pPr/>
            <a:r>
              <a:t>Admin panel to view platform analytics and manage user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(Why current solutions are limited)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tracking apps typically offer basic journaling but limited analysis.</a:t>
            </a:r>
          </a:p>
          <a:p>
            <a:pPr/>
            <a:r>
              <a:t>Many solutions do not combine:</a:t>
            </a:r>
          </a:p>
          <a:p>
            <a:pPr/>
            <a:r>
              <a:t>sentiment from journal text</a:t>
            </a:r>
          </a:p>
          <a:p>
            <a:pPr/>
            <a:r>
              <a:t>pattern-based burnout prediction</a:t>
            </a:r>
          </a:p>
          <a:p>
            <a:pPr/>
            <a:r>
              <a:t>actionable DOs/DON’Ts</a:t>
            </a:r>
          </a:p>
          <a:p>
            <a:pPr/>
            <a:r>
              <a:t>strong data export/reporting for progress monitoring</a:t>
            </a:r>
          </a:p>
          <a:p>
            <a:pPr/>
            <a:r>
              <a:t>DayTone focuses on insight + visualization +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(How DayTone works)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registers and logs mood daily (mood, sleep, stress, social, activity, notes).</a:t>
            </a:r>
          </a:p>
          <a:p>
            <a:pPr/>
            <a:r>
              <a:t>Notes are processed using NLP sentiment scoring.</a:t>
            </a:r>
          </a:p>
          <a:p>
            <a:pPr/>
            <a:r>
              <a:t>ML/rules compute burnout risk (Low/Medium/High).</a:t>
            </a:r>
          </a:p>
          <a:p>
            <a:pPr/>
            <a:r>
              <a:t>Dashboard visualizes trends; suggestions update after each log.</a:t>
            </a:r>
          </a:p>
          <a:p>
            <a:pPr/>
            <a:r>
              <a:t>Reports enable progress tracking and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(Backend +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Backend: Flask (MVC-style routes + Jinja templates)</a:t>
            </a:r>
          </a:p>
          <a:p>
            <a:pPr/>
            <a:r>
              <a:t>Database: SQLAlchemy ORM with SQLite for development</a:t>
            </a:r>
          </a:p>
          <a:p>
            <a:pPr/>
            <a:r>
              <a:t>Security: CSRF protection (Flask-WTF), secure sessions, security headers (Flask-Talisman)</a:t>
            </a:r>
          </a:p>
          <a:p>
            <a:pPr/>
            <a:r>
              <a:t>Rate limiting for login protection (Flask-Limiter)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(AI/ML + NLP)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NLP: NLTK VADER sentiment analysis for journal notes</a:t>
            </a:r>
          </a:p>
          <a:p>
            <a:pPr/>
            <a:r>
              <a:t>ML: scikit-learn classification models</a:t>
            </a:r>
          </a:p>
          <a:p>
            <a:pPr/>
            <a:r>
              <a:t>Decision Tree, Logistic Regression, Random Forest</a:t>
            </a:r>
          </a:p>
          <a:p>
            <a:pPr/>
            <a:r>
              <a:t>Training uses synthetic dataset generation for privacy-safe demonstration</a:t>
            </a:r>
          </a:p>
          <a:p>
            <a:pPr/>
            <a:r>
              <a:t>Prediction includes confidence + fallback rule-based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(Frontend Visualization)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Charts: Chart.js for mood/sleep/stress dashboard graphs</a:t>
            </a:r>
          </a:p>
          <a:p>
            <a:pPr/>
            <a:r>
              <a:t>Heatmap: D3.js calendar heatmap (GitHub-style wellness grid)</a:t>
            </a:r>
          </a:p>
          <a:p>
            <a:pPr/>
            <a:r>
              <a:t>3D UI: Three.js “Mood Orb” with shaders for mood visualization</a:t>
            </a:r>
          </a:p>
          <a:p>
            <a:pPr/>
            <a:r>
              <a:t>Responsive UI styling: Bootstrap + custom CSS themes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Output/Modules (Brief work highlights)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Mood logging: validated forms + sentiment scoring + burnout prediction</a:t>
            </a:r>
          </a:p>
          <a:p>
            <a:pPr/>
            <a:r>
              <a:t>Suggestions engine: rule-based DO/DON’T recommendations tied to user logs</a:t>
            </a:r>
          </a:p>
          <a:p>
            <a:pPr/>
            <a:r>
              <a:t>Exports/Reports:</a:t>
            </a:r>
          </a:p>
          <a:p>
            <a:pPr/>
            <a:r>
              <a:t>CSV streaming export</a:t>
            </a:r>
          </a:p>
          <a:p>
            <a:pPr/>
            <a:r>
              <a:t>PDF report generation (ReportLab)</a:t>
            </a:r>
          </a:p>
          <a:p>
            <a:pPr/>
            <a:r>
              <a:t>Admin analytics: platform statistics and user drill-down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DayTone helps users consistently track well-being with AI-enhanced insights.</a:t>
            </a:r>
          </a:p>
          <a:p>
            <a:pPr/>
            <a:r>
              <a:t>Provides early burnout risk awareness + personalized actions.</a:t>
            </a:r>
          </a:p>
          <a:p>
            <a:pPr/>
            <a:r>
              <a:t>Clear visual trends improve self-reflection and goal setting.</a:t>
            </a:r>
          </a:p>
          <a:p>
            <a:pPr/>
            <a:r>
              <a:t>Future scope: improved models, richer analytics, and additional wellness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