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94360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0F9F8F"/>
                </a:solidFill>
                <a:latin typeface="Arial"/>
              </a:defRPr>
            </a:pPr>
            <a:r>
              <a:t>DAYTONE</a:t>
            </a:r>
          </a:p>
          <a:p>
            <a:pPr>
              <a:spcAft>
                <a:spcPts val="20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t>AI-Powered Mental Wellness Tracker &amp; Analytics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An In-Depth System Architecture &amp; Design Breakdown for Developers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1. Project Overview &amp;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What is DayTone?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DayTone is an intelligent web application designed to track mental wellness through self-reflection and metrics.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Traditional mood trackers only record raw scores. DayTone combines mood logging with NLP sentiment analysis and Machine Learning.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The mission is to detect sub-clinical burnout symptoms early and recommend proactive, actionable behavioral adjustments.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It provides privacy-first, secure, and highly visual wellness analytics for users and administrators.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Key Design Philosophy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Actionable Insights: Replaces abstract metrics with custom suggestions (DOs and DON'Ts) backed by clinical context.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Engaging Experience: Uses advanced visualizations like a three-dimensional WebGL shader (3D Mood Orb) and interactive D3 heatmap to increase logging consistency.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Privacy by Design: Generates synthetic data for academic demonstrations, preventing real-user exposure in dev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2. Core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Backend &amp; Infrastructure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Flask (Python): Core micro-framework routing HTTP requests, serving templates, and exposing REST APIs.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Flask-SQLAlchemy (ORM): Interfaces with the database (SQLite for local dev, PostgreSQL for production).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Flask-Login: Handles cookies, session lifecycles, and authenticates requests.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Flask-WTF &amp; WTForms: Powers secure HTML form inputs with built-in CSRF protection.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Flask-Limiter: Safeguards critical paths from denial-of-service (DDoS) and brute-force attacks.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Flask-Caching: Memoizes expensive analytics operations to avoid heavy database 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Data Science &amp; Frontend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Scikit-Learn: Trains and serializes classification models to predict burnout levels.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Pandas &amp; NumPy: Manages synthetic dataset operations and compiles rolling statistics.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NLTK (VADER): Natural Language Toolkit package executing real-time polarity scoring on journal notes.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Three.js (WebGL): Renders custom vertex and fragment shaders for the 3D Mood Orb.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D3.js: Manipulates SVG elements to construct the interactive calendar mood heatmap.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Chart.js: Renders multiple timeline graphs (mood lines, sleep bars, scatter correlations).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3. Database Schema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Core Models &amp; Fields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User: Tracks authentication credentials. Encrypts passwords using Werkzeug's scrypt hashing. Stores 'role' (user/admin).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UserProfile: Stores demographic details (age, gender, occupation), check-in email notifications, and 'preferred_activity' used in suggestions.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MoodLog: Contains daily metric entries. Fields include mood_score (1-5), sleep_hours, stress_level, activity_done, social_interaction, notes, sentiment_score, and predicted burnout_risk.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Constraints &amp; Relationships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Composite Database Index: MoodLog applies a compound index on (user_id, log_date DESC) for fast query retrieval.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Unique Date Constraints: The log table enforces uq_user_log_date, blocking users from adding duplicate records for the same day.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Cascading Deletions: Profiles, logs, and suggestions use cascade='all, delete-orphan' to maintain relational database integrity.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Audit Fields: Includes timezone-aware created_at and updated_at fields for tracking modifications.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4. Authentication &amp;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User &amp; Admin Security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Cryptographic Hashing: Passwords encrypted via Werkzeug check_password_hash / generate_password_hash (scrypt).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Rate Limiting: Prevents brute force (5/min key limit on login using a combined client IP + email key).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Credential Protection: If login fails, the app logs a SHA-256 hash of the email instead of the raw text, preventing user enumeration via logs.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Admin Invite Guard: The registration form hides the Admin Invite Code field unless explicitly requested via ?admin=1 query parameter.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Network &amp; Infrastructure Security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Talisman CSP: Strict Content Security Policy blocks arbitrary scripts. Restricts CDNs to trusted vendors (jsdelivr, unpkg, google fonts).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Session Cookie Hardening: Enforces Session_Cookie_HttpOnly, Session_Cookie_Secure, and Session_Cookie_SameSite='Lax' settings.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Redirect Protection: safe_next_url() processes login redirect targets, blocking open redirects (like relative protocols starting with //).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Payload Caps: Restricts incoming requests to 2MB to prevent memory-exhaustion attacks.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5. Mood Logging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Wellness Logging Parameters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Mood Score (1-5): Categorised into states: Sick (1), Sad (2), Anxious (3), Calm (4), and Happy (5).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Sleep Hours (Float): Numeric tracking of sleep duration (0-24 hrs).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Stress Level (1-5): Self-assessment rating daily stress intensity.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Social Interaction (1-3): 1=Alone, 2=Group, 3=Social.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Physical Activity Done (Boolean): Simple checkbox tracking active movement.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Journal Notes (Text): Open text field capped at 1,000 characters for qualitative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Input Bounds &amp; Validation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WTForms Validation: Rejects logs that violate parameter ranges (e.g. stress &gt; 5 or sleep &lt; 0).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Duplicate Prevention: Intercepts POST requests and alerts the user if an entry for that date already exists, providing an 'Edit' path instead.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Retrospective Logging: Supports passing a ?date=YYYY-MM-DD parameter to log logs for historical days.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Automated Feature Trigger: Saving a log automatically runs notes sentiment evaluation and burnout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6. Note Sentiment Analysis (NLP)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VADER Lexicon Integration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Valence Aware Dictionary and Sentiment Reasoner (VADER): Specifically optimized for short, conversational text like diary notes.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Rule-Based Scoring: Inspects intensity modifiers (e.g., 'extremely tired' vs 'tired') and punctuation cues.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Compound Score Output: Returns a normalized score ranging from -1.0 (most negative) to +1.0 (most positive).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Default Fallback: Empty notes or runtime errors default to a neutral score of 0.0.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Implementation details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On-Demand Download: The app automatically downloads vader_lexicon on startup if missing, avoiding deployment errors.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Single Instance caching: Uses a global _analyzer to avoid re-instantiating the SentimentIntensityAnalyzer on every single request.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Feature Input: The compound sentiment score acts as one of the 12 primary features consumed by the burnout predictor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7.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The 12 Primary Model Features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1. mood_score: The current daily mood input (1-5).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2. sleep_hours: Sleep duration recorded for today.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3. stress_level: The user's stress level rating today (1-5).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4. activity_done: Binary indicator (1 if physical activity completed, else 0).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5. social_interaction: Social engagement category rating (1-3).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6. sentiment_score: Output of VADER NLP notes sentiment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Derived Contextual Features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7. avg_mood_7d: 7-day rolling average mood score.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8. avg_stress_7d: 7-day rolling average stress level.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9. avg_sleep_7d: 7-day rolling average sleep duration.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10. consecutive_bad_days: Count of consecutive logs with mood &lt;= 2 in the last 7 days.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11. mood_variability: Standard deviation of mood scores over the 7-day window.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12. is_weekend: Binary indicator (1 if Saturday/Sunday, else 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8. Burnout Prediction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Prediction Framework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Inference Process: Feature vectors are compiled and evaluated to yield a burnout classification (Low, Medium, High).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Model Loading: predictor.py loads model.pkl on demand, caching it with @lru_cache(maxsize=1) for sub-millisecond lookups.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Confidence Estimation: Uses model.predict_proba() to extract the class probability, giving a rating of the model's certainty.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Database Logging: The result, confidence score, and active algorithm name are logged in BurnoutHistory.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Fail-Safe Heuristics (Fallback)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Robust Fallbacks: If model.pkl is missing or corrupted, a rule fallback is triggered to prevent application crashes.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Heuristic Rubric: Computes a score based on thresholds:</a:t>
            </a:r>
            <a:br/>
            <a:r>
              <a:t>  - mood_score &lt;= 2 (+2 points)</a:t>
            </a:r>
            <a:br/>
            <a:r>
              <a:t>  - stress_level &gt;= 4 (+2 points)</a:t>
            </a:r>
            <a:br/>
            <a:r>
              <a:t>  - sleep &lt; 6 hrs (+1 point)</a:t>
            </a:r>
            <a:br/>
            <a:r>
              <a:t>  - consecutive_bad_days &gt;= 3 (+1 point)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Classification Mapping:</a:t>
            </a:r>
            <a:br/>
            <a:r>
              <a:t>  - Score &gt;= 5: High Risk (78% confidence)</a:t>
            </a:r>
            <a:br/>
            <a:r>
              <a:t>  - Score &gt;= 3: Medium Risk (66% confidence)</a:t>
            </a:r>
            <a:br/>
            <a:r>
              <a:t>  - Score &lt; 3: Low Risk (72% confidence)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9. Model Training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Data Generation &amp; Splitting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Synthetic Dataset: generate_data.py creates 5,000 logs simulating clinical correlations (e.g. low sleep linked to high stress).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Consistency: Synthesized logs are labeled using the heuristic rubric, matching our rule-based fallback.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Split Strategy: 80% training set, 20% test set, stratified by the target label to ensure balanced class distributions.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Holdout Evaluation: Verifies the finalized model on unseen test logs, scoring its generalized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Model Selection &amp; Validation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Cross-Validation: Runs Stratified 5-Fold Cross-Validation to assess algorithm variance.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Algorithm Comparison:</a:t>
            </a:r>
            <a:br/>
            <a:r>
              <a:t>  - Decision Tree Classifier</a:t>
            </a:r>
            <a:br/>
            <a:r>
              <a:t>  - Logistic Regression (max_iter=800)</a:t>
            </a:r>
            <a:br/>
            <a:r>
              <a:t>  - Random Forest Classifier (150 estimators)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Winner Serialization: The model with highest test accuracy (typically Random Forest, ~99%) is saved as model.pkl.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Version Control: Writes timestamped backups (model_YYYYMMDD_HHMMSS.pkl) and outputs model_metrics.json for auditing.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10. Daily Wellness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Suggestion Logic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Rule-Based Evaluator: suggestions.py evaluates the user's latest parameters to yield positive behavior adjustments.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Personalization: Integrates the user's preferred wellness activity (e.g. Yoga, Walk) directly into the tips.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Dynamic updates: Suggestions are entirely rebuilt whenever a log is saved or updated by the user or 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Categorised Rules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Sleep (&lt; 5 hrs): DO: chamomile tea, early bedtime. DON'T: caffeine after 2 PM, screens before bed.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Stress (&gt;= 4): DO: guided box breathing, quiet reflection. DON'T: skip meal breaks, accept new responsibilities.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Isolation (social == 1): DO: call a family member. DON'T: complete isolation.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Burnout (High Risk): DO: boundary setups, workload delegation. DON'T: check emails late. Medical advice disclaimer.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11. Email Notifications &amp;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High-Risk Alerts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Immediate Triggers: If a user logs metrics resulting in a High burnout risk prediction, an alert is instantly compiled.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Mailer Dispatch: send_high_risk_alert() uses Flask-Mail (SMTP) to dispatch an email to the ADMIN_ALERT_EMAIL.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Information Included: Transmits the user's name, email, logging date, and metric breakdown (mood, stress, sleep).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Daily Reminder Cron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CLI Command: run.py registers a send-reminders CLI flask command.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Recipient Selection: Queries users with daily_reminder preference enabled who have NOT completed a log today.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Scheduler integration: Intended to be run daily via system crontab or platform scheduler (e.g. Procfile release tasks).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12. Interactive 3D Mood Orb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WebGL &amp; Three.js Mechanics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WebGL Integration: Renders a floating 3D sphere on a transparent HTML canvas element (canvas#moodOrb).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Color Mapping: Dynamically updates the orb's color palette based on their latest mood score:</a:t>
            </a:r>
            <a:br/>
            <a:r>
              <a:t>  - 1 (Sick): Red</a:t>
            </a:r>
            <a:br/>
            <a:r>
              <a:t>  - 3 (Anxious): Yellow</a:t>
            </a:r>
            <a:br/>
            <a:r>
              <a:t>  - 5 (Happy): Green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Particles Field: A starfield of 380 rotating floating particles provides a sense of depth and movement.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Simplex Noise Shader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Surface Deformation: A custom GLSL Vertex Shader applies 3D Simplex Noise, displacing sphere vertices dynamically.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Interactive Inertia: Tracks mouse movement speed to increase noise amplitude and frequency temporarily.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Rim Lighting: Fragment shader implements velvet rim glow rendering to create a premium visual experience.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Parallax: The group container subtly shifts based on absolute cursor coordinates.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13. D3.js Mood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Visualizing Mood History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GitHub-Style Grid: Shows 365 days of the selected year. Renders weeks as vertical columns and days as rows.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REST API Source: fetches yearly logs asynchronously from /api/heatmap?year=YYYY.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Color Intensity: Grid squares colored according to daily mood score (grey for unlogged, red to green for scores 1-5).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Interactive Features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Interactive Tooltips: Hovering over cells displays precise date, mood, and burnout risk classification.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Detail Cards: Clicking a cell displays mood stats and provides quick links to edit the log or log retrospectively.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Interactive Legend: Hovering over mood levels in the legend dims all other cells in the calendar.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Year Toggle: Supports selecting current and previous years.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14. Admin Analytics &amp;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9F8F"/>
                </a:solidFill>
              </a:defRPr>
            </a:pPr>
            <a:r>
              <a:t>Platform Statistics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Aggregate Dashboard: Displays active user count (logged within the last 7 days) and total registered users.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Wellness Indicators: Shows average mood score, sleep hours, and burnout risk distribution across the entire platform.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Access Protection: Routes protected by @admin_required decorator. Non-admins receive an HTTP 403 Forbidden abort.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Administrative Actions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User Directory: Search users by name/email, and filter roles.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Account Overrides: Edit profile settings (age, activity choices, daily alerts) or delete users.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Log Auditing: Delete invalid check-ins or edit metrics directly (re-triggering predictions and suggestions).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Self-Demotion / Deletion: If admins demote or delete their own account, the system signs them out automatically.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943600"/>
          </a:xfrm>
          <a:prstGeom prst="rect">
            <a:avLst/>
          </a:prstGeom>
          <a:solidFill>
            <a:srgbClr val="0F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9F8F"/>
                </a:solidFill>
                <a:latin typeface="Arial"/>
              </a:defRPr>
            </a:pPr>
            <a:r>
              <a:t>DayTone Architecture Summary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DayTone succeeds as an advanced wellness tracker by bridging clean web interfaces with quantitative data analytics.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Security checks, optimized queries, and data streaming guarantee a reliable, production-grade platform.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Modern visualizations (Three.js and D3.js) improve user engagement and logging consistency.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The model training pipeline and backup system enable robust, continuous algorithmic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