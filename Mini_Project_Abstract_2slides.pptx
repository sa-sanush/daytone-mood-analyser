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DayTone: Mini Project Abstract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on 01/07/2026</a:t>
            </a:r>
          </a:p>
          <a:p>
            <a:r>
              <a:t>S A Sanush (S3 MCA)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81000"/>
            <a:ext cx="10160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Problem &amp;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000" y="1397000"/>
            <a:ext cx="10795000" cy="5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Problem: inconsistent mood tracking</a:t>
            </a:r>
          </a:p>
          <a:p>
            <a:pPr>
              <a:defRPr sz="2200"/>
            </a:pPr>
            <a:r>
              <a:t>Add: AI sentiment + burnout risk (Low/Med/High)</a:t>
            </a:r>
          </a:p>
          <a:p>
            <a:pPr>
              <a:defRPr sz="2200"/>
            </a:pPr>
            <a:r>
              <a:t>Existing: manual journaling / limited insights</a:t>
            </a:r>
          </a:p>
          <a:p>
            <a:pPr>
              <a:defRPr sz="2200"/>
            </a:pPr>
            <a:r>
              <a:t>Tech: Flask • SQLAlchemy • VADER • ML (scikit-learn)</a:t>
            </a:r>
          </a:p>
          <a:p>
            <a:pPr>
              <a:defRPr sz="2200"/>
            </a:pPr>
            <a:r>
              <a:t>Output: dashboard + heatmap + suggestions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